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02"/>
  </p:normalViewPr>
  <p:slideViewPr>
    <p:cSldViewPr snapToGrid="0" snapToObjects="1" showGuides="1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2413546"/>
            <a:ext cx="7443020" cy="2386584"/>
          </a:xfrm>
        </p:spPr>
        <p:txBody>
          <a:bodyPr/>
          <a:lstStyle/>
          <a:p>
            <a:r>
              <a:rPr lang="en-US" dirty="0"/>
              <a:t>AI-BASED SMART GREENHOUSE AUTOMATION 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6925519" y="1015678"/>
            <a:ext cx="5266481" cy="5842322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5255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34125"/>
            <a:ext cx="7105624" cy="978729"/>
          </a:xfrm>
        </p:spPr>
        <p:txBody>
          <a:bodyPr/>
          <a:lstStyle/>
          <a:p>
            <a:r>
              <a:rPr lang="en-IN" sz="3200" dirty="0"/>
              <a:t>AI-BASED SMART GREENHOUSE AUTOMATION PLATFORM</a:t>
            </a:r>
            <a:endParaRPr lang="en-US" sz="32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464752"/>
            <a:ext cx="10799411" cy="396824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Smart IoT-Based Agriculture Monitoring, Automation &amp; AI Suggestion System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Main Technologies:</a:t>
            </a:r>
          </a:p>
          <a:p>
            <a:pPr lvl="0"/>
            <a:r>
              <a:rPr lang="en-IN" dirty="0"/>
              <a:t>ESP32 </a:t>
            </a:r>
          </a:p>
          <a:p>
            <a:pPr lvl="0"/>
            <a:r>
              <a:rPr lang="en-IN" dirty="0"/>
              <a:t>Blynk IoT </a:t>
            </a:r>
          </a:p>
          <a:p>
            <a:pPr lvl="0"/>
            <a:r>
              <a:rPr lang="en-IN" dirty="0"/>
              <a:t>DHT22 Temperature &amp; Humidity Sensor </a:t>
            </a:r>
          </a:p>
          <a:p>
            <a:pPr lvl="0"/>
            <a:r>
              <a:rPr lang="en-IN" dirty="0"/>
              <a:t>Soil Moisture Sensor </a:t>
            </a:r>
          </a:p>
          <a:p>
            <a:pPr lvl="0"/>
            <a:r>
              <a:rPr lang="en-IN" dirty="0"/>
              <a:t>Automatic Irrigation &amp; Ventilation </a:t>
            </a:r>
          </a:p>
          <a:p>
            <a:pPr lvl="0"/>
            <a:r>
              <a:rPr lang="en-IN" dirty="0"/>
              <a:t>Visual Studio Code </a:t>
            </a:r>
          </a:p>
          <a:p>
            <a:pPr lvl="0"/>
            <a:r>
              <a:rPr lang="en-IN" dirty="0"/>
              <a:t>Python AI / Machine Learning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6945"/>
            <a:ext cx="10515600" cy="590931"/>
          </a:xfrm>
        </p:spPr>
        <p:txBody>
          <a:bodyPr/>
          <a:lstStyle/>
          <a:p>
            <a:r>
              <a:rPr lang="en-US" dirty="0"/>
              <a:t>Double Content Slide           OBJECTIVES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7" y="1954187"/>
            <a:ext cx="5017796" cy="4485941"/>
          </a:xfrm>
        </p:spPr>
        <p:txBody>
          <a:bodyPr/>
          <a:lstStyle/>
          <a:p>
            <a:r>
              <a:rPr lang="en-IN" b="1" dirty="0"/>
              <a:t>AI-Based Smart Greenhouse Automation Platform</a:t>
            </a:r>
          </a:p>
          <a:p>
            <a:r>
              <a:rPr lang="en-IN" dirty="0"/>
              <a:t>An IoT-based system that monitors greenhouse environmental conditions and automatically controls the required devices for better crop growth.</a:t>
            </a:r>
          </a:p>
          <a:p>
            <a:r>
              <a:rPr lang="en-IN" dirty="0"/>
              <a:t>The </a:t>
            </a:r>
            <a:r>
              <a:rPr lang="en-IN" b="1" dirty="0"/>
              <a:t>ESP32</a:t>
            </a:r>
            <a:r>
              <a:rPr lang="en-IN" dirty="0"/>
              <a:t> collects temperature, humidity, soil moisture and light data.</a:t>
            </a:r>
          </a:p>
          <a:p>
            <a:r>
              <a:rPr lang="en-IN" dirty="0"/>
              <a:t>The data is displayed locally and remotely through </a:t>
            </a:r>
            <a:r>
              <a:rPr lang="en-IN" b="1" dirty="0"/>
              <a:t>Blynk IoT</a:t>
            </a:r>
            <a:r>
              <a:rPr lang="en-IN" dirty="0"/>
              <a:t>, while </a:t>
            </a:r>
            <a:r>
              <a:rPr lang="en-IN" b="1" dirty="0"/>
              <a:t>Visual Studio Code with Python AI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the readings and provides intelligent suggestions.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5FC65B-DEB7-A117-59BA-FFC3E56C2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4728" y="1993739"/>
            <a:ext cx="6341806" cy="4483285"/>
          </a:xfrm>
        </p:spPr>
        <p:txBody>
          <a:bodyPr/>
          <a:lstStyle/>
          <a:p>
            <a:r>
              <a:rPr lang="en-IN" dirty="0"/>
              <a:t>To develop a </a:t>
            </a:r>
            <a:r>
              <a:rPr lang="en-IN" b="1" dirty="0"/>
              <a:t>compact, low-cost and intelligent greenhouse automation system</a:t>
            </a:r>
            <a:r>
              <a:rPr lang="en-IN" dirty="0"/>
              <a:t> Monitor temperature and humidity. </a:t>
            </a:r>
          </a:p>
          <a:p>
            <a:pPr lvl="0"/>
            <a:r>
              <a:rPr lang="en-IN" dirty="0"/>
              <a:t>Measure soil moisture. </a:t>
            </a:r>
          </a:p>
          <a:p>
            <a:pPr lvl="0"/>
            <a:r>
              <a:rPr lang="en-IN" dirty="0"/>
              <a:t>Monitor light intensity. </a:t>
            </a:r>
          </a:p>
          <a:p>
            <a:pPr lvl="0"/>
            <a:r>
              <a:rPr lang="en-IN" dirty="0"/>
              <a:t>Automatically control water pump and fan. </a:t>
            </a:r>
          </a:p>
          <a:p>
            <a:pPr lvl="0"/>
            <a:r>
              <a:rPr lang="en-IN" dirty="0"/>
              <a:t>Provide remote monitoring using </a:t>
            </a:r>
            <a:r>
              <a:rPr lang="en-IN" b="1" dirty="0"/>
              <a:t>Blynk IoT</a:t>
            </a:r>
            <a:r>
              <a:rPr lang="en-IN" dirty="0"/>
              <a:t>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sensor readings using </a:t>
            </a:r>
            <a:r>
              <a:rPr lang="en-IN" b="1" dirty="0"/>
              <a:t>Visual Studio Code + Python AI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Provide AI-based suggestions for greenhouse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87458"/>
            <a:ext cx="6951472" cy="590931"/>
          </a:xfrm>
        </p:spPr>
        <p:txBody>
          <a:bodyPr/>
          <a:lstStyle/>
          <a:p>
            <a:r>
              <a:rPr lang="en-US" dirty="0"/>
              <a:t>Bulleted List Slide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D5515-6276-4881-A3CD-953AD66FA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679560"/>
            <a:ext cx="11304149" cy="4742551"/>
          </a:xfrm>
        </p:spPr>
        <p:txBody>
          <a:bodyPr/>
          <a:lstStyle/>
          <a:p>
            <a:pPr lvl="0"/>
            <a:r>
              <a:rPr lang="en-IN" sz="2000" b="1" dirty="0"/>
              <a:t>DHT22</a:t>
            </a:r>
            <a:r>
              <a:rPr lang="en-IN" sz="2000" dirty="0"/>
              <a:t> – Measures temperature and humidity </a:t>
            </a:r>
          </a:p>
          <a:p>
            <a:pPr lvl="0"/>
            <a:r>
              <a:rPr lang="en-IN" sz="2000" b="1" dirty="0"/>
              <a:t>Soil Moisture Sensor</a:t>
            </a:r>
            <a:r>
              <a:rPr lang="en-IN" sz="2000" dirty="0"/>
              <a:t> – Measures soil moisture </a:t>
            </a:r>
          </a:p>
          <a:p>
            <a:pPr lvl="0"/>
            <a:r>
              <a:rPr lang="en-IN" sz="2000" b="1" dirty="0"/>
              <a:t>LDR / Light Sensor</a:t>
            </a:r>
            <a:r>
              <a:rPr lang="en-IN" sz="2000" dirty="0"/>
              <a:t> – Measures light intensity </a:t>
            </a:r>
          </a:p>
          <a:p>
            <a:pPr lvl="0"/>
            <a:r>
              <a:rPr lang="en-IN" sz="2000" b="1" dirty="0"/>
              <a:t>ESP32</a:t>
            </a:r>
            <a:r>
              <a:rPr lang="en-IN" sz="2000" dirty="0"/>
              <a:t> – Main controller and Wi-Fi communication </a:t>
            </a:r>
          </a:p>
          <a:p>
            <a:pPr lvl="0"/>
            <a:r>
              <a:rPr lang="en-IN" sz="2000" b="1" dirty="0"/>
              <a:t>Relay Module</a:t>
            </a:r>
            <a:r>
              <a:rPr lang="en-IN" sz="2000" dirty="0"/>
              <a:t> – Controls greenhouse devices </a:t>
            </a:r>
          </a:p>
          <a:p>
            <a:pPr lvl="0"/>
            <a:r>
              <a:rPr lang="en-IN" sz="2000" b="1" dirty="0"/>
              <a:t>Water Pump</a:t>
            </a:r>
            <a:r>
              <a:rPr lang="en-IN" sz="2000" dirty="0"/>
              <a:t> – Automatic irrigation </a:t>
            </a:r>
          </a:p>
          <a:p>
            <a:pPr lvl="0"/>
            <a:r>
              <a:rPr lang="en-IN" sz="2000" b="1" dirty="0"/>
              <a:t>Exhaust Fan</a:t>
            </a:r>
            <a:r>
              <a:rPr lang="en-IN" sz="2000" dirty="0"/>
              <a:t> – Temperature and humidity control </a:t>
            </a:r>
          </a:p>
          <a:p>
            <a:pPr lvl="0"/>
            <a:r>
              <a:rPr lang="en-IN" sz="2000" b="1" dirty="0"/>
              <a:t>LED Grow Light</a:t>
            </a:r>
            <a:r>
              <a:rPr lang="en-IN" sz="2000" dirty="0"/>
              <a:t> – Provides additional lighting </a:t>
            </a:r>
          </a:p>
          <a:p>
            <a:pPr lvl="0"/>
            <a:r>
              <a:rPr lang="en-IN" sz="2000" b="1" dirty="0"/>
              <a:t>Blynk IoT</a:t>
            </a:r>
            <a:r>
              <a:rPr lang="en-IN" sz="2000" dirty="0"/>
              <a:t> – Remote monitoring </a:t>
            </a:r>
          </a:p>
          <a:p>
            <a:pPr lvl="0"/>
            <a:r>
              <a:rPr lang="en-IN" sz="2000" b="1" dirty="0"/>
              <a:t>Visual Studio Code</a:t>
            </a:r>
            <a:r>
              <a:rPr lang="en-IN" sz="2000" dirty="0"/>
              <a:t> – AI application development </a:t>
            </a:r>
          </a:p>
          <a:p>
            <a:pPr lvl="0"/>
            <a:r>
              <a:rPr lang="en-IN" sz="2000" b="1" dirty="0"/>
              <a:t>Python AI/ML</a:t>
            </a:r>
            <a:r>
              <a:rPr lang="en-IN" sz="2000" dirty="0"/>
              <a:t> – Sensor-data analysis and suggestions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41" y="1019358"/>
            <a:ext cx="10515600" cy="590931"/>
          </a:xfrm>
        </p:spPr>
        <p:txBody>
          <a:bodyPr/>
          <a:lstStyle/>
          <a:p>
            <a:r>
              <a:rPr lang="en-US" dirty="0"/>
              <a:t>Comparison Slide</a:t>
            </a:r>
          </a:p>
        </p:txBody>
      </p:sp>
      <p:sp>
        <p:nvSpPr>
          <p:cNvPr id="13" name="Compare Section">
            <a:extLst>
              <a:ext uri="{FF2B5EF4-FFF2-40B4-BE49-F238E27FC236}">
                <a16:creationId xmlns:a16="http://schemas.microsoft.com/office/drawing/2014/main" id="{384880BB-377B-F24A-A7CA-B308CACE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1630618"/>
            <a:ext cx="5138928" cy="450829"/>
          </a:xfrm>
        </p:spPr>
        <p:txBody>
          <a:bodyPr/>
          <a:lstStyle/>
          <a:p>
            <a:r>
              <a:rPr lang="en-US" sz="2000" dirty="0"/>
              <a:t>Compare Section</a:t>
            </a:r>
          </a:p>
        </p:txBody>
      </p:sp>
      <p:sp>
        <p:nvSpPr>
          <p:cNvPr id="14" name="Compare Section - Text">
            <a:extLst>
              <a:ext uri="{FF2B5EF4-FFF2-40B4-BE49-F238E27FC236}">
                <a16:creationId xmlns:a16="http://schemas.microsoft.com/office/drawing/2014/main" id="{48B0953F-74D7-0140-8C86-93FC4F66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341" y="2151984"/>
            <a:ext cx="4222969" cy="3535744"/>
          </a:xfrm>
        </p:spPr>
        <p:txBody>
          <a:bodyPr/>
          <a:lstStyle/>
          <a:p>
            <a:r>
              <a:rPr lang="en-IN" sz="2000" dirty="0"/>
              <a:t>Traditional greenhouse systems mainly depend on manual monitoring and control of irrigation, temperature and lighting.</a:t>
            </a:r>
          </a:p>
          <a:p>
            <a:r>
              <a:rPr lang="en-IN" sz="2000" dirty="0"/>
              <a:t>The proposed system uses </a:t>
            </a:r>
            <a:r>
              <a:rPr lang="en-IN" sz="2000" b="1" dirty="0"/>
              <a:t>ESP32 and sensors</a:t>
            </a:r>
            <a:r>
              <a:rPr lang="en-IN" sz="2000" dirty="0"/>
              <a:t> to continuously monitor greenhouse conditions and automatically control the required devices.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2000" dirty="0"/>
          </a:p>
        </p:txBody>
      </p:sp>
      <p:sp>
        <p:nvSpPr>
          <p:cNvPr id="15" name="Contrast Section">
            <a:extLst>
              <a:ext uri="{FF2B5EF4-FFF2-40B4-BE49-F238E27FC236}">
                <a16:creationId xmlns:a16="http://schemas.microsoft.com/office/drawing/2014/main" id="{E0F9A328-ECA9-CC4E-B0A6-FA23EEE9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53781" y="1628781"/>
            <a:ext cx="6168857" cy="450829"/>
          </a:xfrm>
        </p:spPr>
        <p:txBody>
          <a:bodyPr/>
          <a:lstStyle/>
          <a:p>
            <a:r>
              <a:rPr lang="en-US" sz="2000" dirty="0"/>
              <a:t>Contrast Section</a:t>
            </a:r>
          </a:p>
        </p:txBody>
      </p:sp>
      <p:sp>
        <p:nvSpPr>
          <p:cNvPr id="16" name="Contrast Section - Text">
            <a:extLst>
              <a:ext uri="{FF2B5EF4-FFF2-40B4-BE49-F238E27FC236}">
                <a16:creationId xmlns:a16="http://schemas.microsoft.com/office/drawing/2014/main" id="{2EBC524D-C050-3F4A-88E2-E7EBEEE90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53781" y="2153031"/>
            <a:ext cx="6571291" cy="3538728"/>
          </a:xfrm>
        </p:spPr>
        <p:txBody>
          <a:bodyPr/>
          <a:lstStyle/>
          <a:p>
            <a:r>
              <a:rPr lang="en-IN" sz="2000" dirty="0"/>
              <a:t>Unlike conventional greenhouse monitoring, this system integrates:</a:t>
            </a:r>
          </a:p>
          <a:p>
            <a:pPr lvl="0"/>
            <a:r>
              <a:rPr lang="en-IN" sz="2000" b="1" dirty="0"/>
              <a:t>ESP32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Blynk IoT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Visual Studio Code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Python AI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Automatic control</a:t>
            </a:r>
            <a:r>
              <a:rPr lang="en-IN" sz="2000" dirty="0"/>
              <a:t> </a:t>
            </a:r>
          </a:p>
          <a:p>
            <a:r>
              <a:rPr lang="en-IN" sz="2000" dirty="0"/>
              <a:t>The farmer can remotely monitor greenhouse conditions through </a:t>
            </a:r>
            <a:r>
              <a:rPr lang="en-IN" sz="2000" b="1" dirty="0"/>
              <a:t>Blynk</a:t>
            </a:r>
            <a:r>
              <a:rPr lang="en-IN" sz="2000" dirty="0"/>
              <a:t>, while the AI </a:t>
            </a:r>
            <a:r>
              <a:rPr lang="en-IN" sz="2000" dirty="0" err="1"/>
              <a:t>analyzes</a:t>
            </a:r>
            <a:r>
              <a:rPr lang="en-IN" sz="2000" dirty="0"/>
              <a:t> readings and provides suggestions.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" y="1068572"/>
            <a:ext cx="4248912" cy="590931"/>
          </a:xfrm>
        </p:spPr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4229366B-9DFE-0244-A864-A3ECC8897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68" y="1666529"/>
            <a:ext cx="5036558" cy="4634165"/>
          </a:xfrm>
        </p:spPr>
        <p:txBody>
          <a:bodyPr/>
          <a:lstStyle/>
          <a:p>
            <a:r>
              <a:rPr lang="en-IN" dirty="0"/>
              <a:t>The prototype consists of an </a:t>
            </a:r>
            <a:r>
              <a:rPr lang="en-IN" b="1" dirty="0"/>
              <a:t>ESP32 connected to temperature, humidity, soil moisture and light sensors</a:t>
            </a:r>
            <a:r>
              <a:rPr lang="en-IN" dirty="0"/>
              <a:t>.</a:t>
            </a:r>
          </a:p>
          <a:p>
            <a:r>
              <a:rPr lang="en-IN" dirty="0"/>
              <a:t>The ESP32 collects the sensor readings and controls the </a:t>
            </a:r>
            <a:r>
              <a:rPr lang="en-IN" b="1" dirty="0"/>
              <a:t>water pump, exhaust fan and grow light through relay modules</a:t>
            </a:r>
            <a:r>
              <a:rPr lang="en-IN" dirty="0"/>
              <a:t>.</a:t>
            </a:r>
          </a:p>
          <a:p>
            <a:r>
              <a:rPr lang="en-IN" dirty="0"/>
              <a:t>The sensor data is sent through Wi-Fi to the </a:t>
            </a:r>
            <a:r>
              <a:rPr lang="en-IN" b="1" dirty="0"/>
              <a:t>Blynk IoT dashboard</a:t>
            </a:r>
            <a:r>
              <a:rPr lang="en-IN" dirty="0"/>
              <a:t> for remote monitoring.</a:t>
            </a:r>
          </a:p>
          <a:p>
            <a:r>
              <a:rPr lang="en-IN" dirty="0"/>
              <a:t>The same readings are processed in </a:t>
            </a:r>
            <a:r>
              <a:rPr lang="en-IN" b="1" dirty="0"/>
              <a:t>Visual Studio Code using Python AI</a:t>
            </a:r>
            <a:r>
              <a:rPr lang="en-IN" dirty="0"/>
              <a:t>, which generates suggestions for greenhouse management.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D8FCB22-2DC7-E144-8B90-49F436AB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88968"/>
            <a:ext cx="5135372" cy="490347"/>
          </a:xfrm>
        </p:spPr>
        <p:txBody>
          <a:bodyPr/>
          <a:lstStyle/>
          <a:p>
            <a:r>
              <a:rPr lang="en-US" dirty="0"/>
              <a:t>Detection Breakdown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8625A-112E-464F-ACA3-9912D80757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9910"/>
              </p:ext>
            </p:extLst>
          </p:nvPr>
        </p:nvGraphicFramePr>
        <p:xfrm>
          <a:off x="566929" y="2007476"/>
          <a:ext cx="10515599" cy="4184604"/>
        </p:xfrm>
        <a:graphic>
          <a:graphicData uri="http://schemas.openxmlformats.org/drawingml/2006/table">
            <a:tbl>
              <a:tblPr/>
              <a:tblGrid>
                <a:gridCol w="2221568">
                  <a:extLst>
                    <a:ext uri="{9D8B030D-6E8A-4147-A177-3AD203B41FA5}">
                      <a16:colId xmlns:a16="http://schemas.microsoft.com/office/drawing/2014/main" val="3801361345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543861333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2301260947"/>
                    </a:ext>
                  </a:extLst>
                </a:gridCol>
                <a:gridCol w="2764677">
                  <a:extLst>
                    <a:ext uri="{9D8B030D-6E8A-4147-A177-3AD203B41FA5}">
                      <a16:colId xmlns:a16="http://schemas.microsoft.com/office/drawing/2014/main" val="4003633720"/>
                    </a:ext>
                  </a:extLst>
                </a:gridCol>
              </a:tblGrid>
              <a:tr h="643786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259409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09118"/>
                  </a:ext>
                </a:extLst>
              </a:tr>
              <a:tr h="6437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78474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51411"/>
                  </a:ext>
                </a:extLst>
              </a:tr>
              <a:tr h="11266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3757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538C1FB-0305-0CE3-E629-03315232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14" y="1779314"/>
            <a:ext cx="10515599" cy="463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FCAC153A-38CE-CA14-5FC1-834EFDDF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377298"/>
            <a:ext cx="10137875" cy="3968249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AI-Based Smart Greenhouse Automation Platform</a:t>
            </a:r>
            <a:r>
              <a:rPr lang="en-IN" dirty="0"/>
              <a:t> combines </a:t>
            </a:r>
            <a:r>
              <a:rPr lang="en-IN" b="1" dirty="0"/>
              <a:t>ESP32, sensors, automatic control, Blynk IoT and Visual Studio Code with Python AI</a:t>
            </a:r>
            <a:r>
              <a:rPr lang="en-IN" dirty="0"/>
              <a:t>.</a:t>
            </a:r>
          </a:p>
          <a:p>
            <a:r>
              <a:rPr lang="en-IN" dirty="0"/>
              <a:t>The system provides </a:t>
            </a:r>
            <a:r>
              <a:rPr lang="en-IN" b="1" dirty="0"/>
              <a:t>real-time monitoring, remote access, automatic control and AI-based suggestions</a:t>
            </a:r>
            <a:r>
              <a:rPr lang="en-IN" dirty="0"/>
              <a:t> for efficient greenhouse management.</a:t>
            </a:r>
          </a:p>
          <a:p>
            <a:r>
              <a:rPr lang="en-IN" dirty="0"/>
              <a:t>It provides a practical foundation for </a:t>
            </a:r>
            <a:r>
              <a:rPr lang="en-IN" b="1" dirty="0"/>
              <a:t>smart agriculture, reduced manual intervention and efficient resource utilization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512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Regular</vt:lpstr>
      <vt:lpstr>Georgia</vt:lpstr>
      <vt:lpstr>System Font Regular</vt:lpstr>
      <vt:lpstr>Office Theme</vt:lpstr>
      <vt:lpstr>AI-BASED SMART GREENHOUSE AUTOMATION PLATFORM</vt:lpstr>
      <vt:lpstr>AI-BASED SMART GREENHOUSE AUTOMATION PLATFORM</vt:lpstr>
      <vt:lpstr>Double Content Slide           OBJECTIVES</vt:lpstr>
      <vt:lpstr>Bulleted List Slide</vt:lpstr>
      <vt:lpstr>Comparison Slide</vt:lpstr>
      <vt:lpstr>Prototype</vt:lpstr>
      <vt:lpstr>Detection Breakdown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Naveen kumar R</cp:lastModifiedBy>
  <cp:revision>84</cp:revision>
  <dcterms:created xsi:type="dcterms:W3CDTF">2019-04-04T19:20:28Z</dcterms:created>
  <dcterms:modified xsi:type="dcterms:W3CDTF">2026-08-29T05:16:51Z</dcterms:modified>
  <cp:category/>
</cp:coreProperties>
</file>